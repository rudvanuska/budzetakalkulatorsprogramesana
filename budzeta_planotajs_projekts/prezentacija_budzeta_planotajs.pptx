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Vienkāršs budžeta plānotājs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13232" y="1965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</a:rPr>
              <a:t>Python Tkinter programma ar ievades validāciju, datu apstrādi un rezultātu aprēķinu.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" y="2743200"/>
            <a:ext cx="416052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Noslēguma darba digitālais produkts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3474720"/>
            <a:ext cx="5212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 · SRS · arhitektūra · testēšana · README · prezentācija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0" y="1234440"/>
            <a:ext cx="2011680" cy="20116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</a:t>
            </a:r>
            <a:endParaRPr lang="en-US" sz="6500" dirty="0"/>
          </a:p>
        </p:txBody>
      </p:sp>
      <p:sp>
        <p:nvSpPr>
          <p:cNvPr id="7" name="Text 5"/>
          <p:cNvSpPr/>
          <p:nvPr/>
        </p:nvSpPr>
        <p:spPr>
          <a:xfrm>
            <a:off x="8869680" y="3474720"/>
            <a:ext cx="1417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/ −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96696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</a:rPr>
              <a:t>Budžeta plānotājs ·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SRS kopsavilkums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Programmas mērķis, auditorija un tehniskās prasības.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Mērķis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Palīdzēt pierakstīt ienākumus un izdevumus, automātiski aprēķinot atlikumu.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434840" y="1508760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Mērķauditorija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Skolēni un ikdienas lietotāji, kuriem vajag vienkāršu budžeta pārskatu.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92440" y="1508760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Tehniskās prasības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3, Tkinter GUI, lokāla palaišana bez ārējām bibliotēkām.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3977640"/>
            <a:ext cx="99669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Ievade: nosaukums, summa un kategorija.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Izvade: ierakstu saraksts, ienākumi, izdevumi un atlikums.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Kļūdu apstrāde: tukši vai nepareizi dati netiek pievienoti.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05256" y="3977640"/>
            <a:ext cx="54864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</a:rPr>
              <a:t>Budžeta plānotājs ·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 prototips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Vienkāršs vertikāls loga izkārtojums, kas atbilst lietotāja darbību secībai.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365760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Budžeta plānotājs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3657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Nosaukums  [__________]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 (€)  [__________]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Kategorija [Ienākumi ▾]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3154680"/>
            <a:ext cx="265176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Pievienot ierakstu 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886200"/>
            <a:ext cx="3794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Ierakstu saraksts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Alga | Ienākumi | 600.00 €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Pārtika | Izdevumi | 45.50 €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5257800"/>
            <a:ext cx="374904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Dzēst izvēlēto ]   [ Notīrīt visu 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3566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Rezultāts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Ienākumi: 600.00 €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Izdevumi: 45.50 €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Atlikums: 554.50 €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74920" y="3611880"/>
            <a:ext cx="10515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144768" y="3337560"/>
            <a:ext cx="0" cy="-1828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400800" y="4160520"/>
            <a:ext cx="384048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Datu ievade → apstrāde → rezultāts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6696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</a:rPr>
              <a:t>Budžeta plānotājs ·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Datu plūsma un arhitektūra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Lietotāja darbība izsauc konkrētu funkciju kodā.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0" y="2185416"/>
            <a:ext cx="685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486400" y="2185416"/>
            <a:ext cx="685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229600" y="2185416"/>
            <a:ext cx="685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Lietotājs ievada datus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1828800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Validācija pārbauda ievadi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72200" y="1828800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Ieraksts nonāk sarakstā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15400" y="1828800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Rezultāts tiek pārrēķināts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246120"/>
            <a:ext cx="237744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pievienot_ierakstu()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246120"/>
            <a:ext cx="237744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dzest_ierakstu()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3246120"/>
            <a:ext cx="237744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notirit_visu()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4572000"/>
            <a:ext cx="3657600" cy="59436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aprekinat_budzetu()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6696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</a:rPr>
              <a:t>Budžeta plānotājs ·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Loģiskie lēmumi kodā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Projektā ir vairāk nekā 7 validācijas un datu apstrādes punkti.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493776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Tukšs nosaukums netiek pieņemts.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Tukša summa netiek pieņemta.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Teksts summas laukā netiek pieņemts.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Summai jābūt lielākai par nulli.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Kategorijai jābūt izvēlētai.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22376" y="1417320"/>
            <a:ext cx="54864" cy="2926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0" y="1417320"/>
            <a:ext cx="493776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Ienākumi tiek pieskaitīti kopējiem ienākumiem.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Izdevumi tiek pieskaitīti kopējiem izdevumiem.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Pozitīvs, nulles vai negatīvs atlikums rāda atšķirīgu statusu.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Bez izvēlēta ieraksta dzēšana nenotiek.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Tukšs saraksts netiek notīrīts atkārtoti.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54496" y="1417320"/>
            <a:ext cx="54864" cy="2926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5120640"/>
            <a:ext cx="832104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Rezultāts: programma ir noturīga pret tukšu, nepareizu vai neloģisku ievadi.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96696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</a:rPr>
              <a:t>Budžeta plānotājs ·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Izstrādātā programma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Ekrānuzņēmums ar ievadītiem ienākumu un izdevumu piemēriem.</a:t>
            </a:r>
            <a:endParaRPr lang="en-US" sz="1250" dirty="0"/>
          </a:p>
        </p:txBody>
      </p:sp>
      <p:pic>
        <p:nvPicPr>
          <p:cNvPr id="4" name="Image 0" descr="/mnt/data/budzeta_planotajs_projekts/screenshots/program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817" y="1234440"/>
            <a:ext cx="3969727" cy="480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508760"/>
            <a:ext cx="36576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Programmas darbība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0" y="2331720"/>
            <a:ext cx="443484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Lietotājs ievada ieraksta nosaukumu un summu.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Izvēlas kategoriju: ienākumi vai izdevumi.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Pēc pogas nospiešanas saraksts un rezultāts tiek atjaunots.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Budžeta statuss tiek noteikts pēc atlikuma.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37376" y="2331720"/>
            <a:ext cx="54864" cy="2377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96696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</a:rPr>
              <a:t>Budžeta plānotājs ·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Testēšana un kļūdu apstrāde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Pārbaudīti gan pareizi, gan kļūdaini lietošanas scenāriji.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283464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Kļūdaina ievade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2148840"/>
            <a:ext cx="365760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Tukšs nosaukums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Tukša summa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Summa nav skaitlis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Summa ir 0 vai negatīva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Nav izvēlēta kategorija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05256" y="2148840"/>
            <a:ext cx="54864" cy="2148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417320"/>
            <a:ext cx="283464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Pareiza darbība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0" y="2148840"/>
            <a:ext cx="397764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Ieraksts tiek pievienots sarakstam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Dzēšana noņem izvēlēto ierakstu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Notīrīšana izdzēš visus ierakstus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Rezultāts pārrēķinās pēc katras darbības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37376" y="2148840"/>
            <a:ext cx="54864" cy="2148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5120640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Kļūdu paziņojumi tiek rādīti ar Tkinter messagebox, tāpēc programma nepārtrauc darbu.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6696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</a:rPr>
              <a:t>Budžeta plānotājs ·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Versiju vēsture un secinājumi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Projekta nodošanai sagatavota dokumentācija, kods un prezentācija.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36576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progress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240280"/>
            <a:ext cx="457200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1. Izveidota projekta struktūra un SRS.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2. Pievienots GUI prototips.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3. Pievienota aprēķinu loģika.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4. Pievienota validācija un kļūdu apstrāde.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5. Pievienota dokumentācija un prezentācija.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50976" y="2240280"/>
            <a:ext cx="54864" cy="2560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417320"/>
            <a:ext cx="365760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Secinājumi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240280"/>
            <a:ext cx="42519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Izdevās izveidot lietojamu grafisko programmu.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Lielākā uzmanība bija ievades validācijai.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Programma ir vienkārša, bet atbilst prasībām.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To var paplašināt ar datu saglabāšanu failā.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37376" y="2240280"/>
            <a:ext cx="54864" cy="2560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0" y="6473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5A1"/>
                </a:solidFill>
              </a:rPr>
              <a:t>Budžeta plānotājs · 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Vienkāršs budžeta plānotājs</dc:title>
  <dc:subject>Budžeta plānotāja projekta prezentācija</dc:subject>
  <dc:creator>OpenAI</dc:creator>
  <cp:lastModifiedBy>OpenAI</cp:lastModifiedBy>
  <cp:revision>1</cp:revision>
  <dcterms:created xsi:type="dcterms:W3CDTF">2026-04-27T19:30:10Z</dcterms:created>
  <dcterms:modified xsi:type="dcterms:W3CDTF">2026-04-27T19:30:10Z</dcterms:modified>
</cp:coreProperties>
</file>